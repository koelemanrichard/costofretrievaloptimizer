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SEO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SEO Strategy &amp; Content Generation Platform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840480"/>
            <a:ext cx="27432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 Search Results with Semantic SEO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SEO STRUGGLE IS REAL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content should I write next?"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content strategy or topic prioritization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03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isn't my content ranking?"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semantic relationships and topical authority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optimize for featured snippets?"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approach to SERP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8404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content feels generic and robotic"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Single-pass generation lacks quality control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SEO Workbench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SEO platform that combines: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Semantic Content Strategy (Entity-Attribute-Value Framework)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9-Pass AI Content Generation with Quality Audits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Featured Snippet Optimization Built-In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Multi-Provider AI Support (OpenAI, Anthropic, Gemini, &amp; more)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YOU CAN EXPECT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Passes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article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51760" y="100584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65176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5176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generation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00584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84632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100584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04088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Rules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4088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440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667EE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content strategy &amp; generation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667EEA"/>
          </a:solidFill>
          <a:ln/>
        </p:spPr>
      </p:sp>
      <p:sp>
        <p:nvSpPr>
          <p:cNvPr id="24" name="Text 21"/>
          <p:cNvSpPr/>
          <p:nvPr/>
        </p:nvSpPr>
        <p:spPr>
          <a:xfrm>
            <a:off x="34747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Higher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6616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SEO methodology built-in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667EEA"/>
          </a:solidFill>
          <a:ln/>
        </p:spPr>
      </p:sp>
      <p:sp>
        <p:nvSpPr>
          <p:cNvPr id="27" name="Text 24"/>
          <p:cNvSpPr/>
          <p:nvPr/>
        </p:nvSpPr>
        <p:spPr>
          <a:xfrm>
            <a:off x="60350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Content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2648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generation with quality control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68680" y="914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6459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Strategy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SEO pillars &amp; semantic triples (EAVs)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914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918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2011680" y="16459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10312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2148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topical map with 50-100+ topics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43400" y="914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7" name="Text 14"/>
          <p:cNvSpPr/>
          <p:nvPr/>
        </p:nvSpPr>
        <p:spPr>
          <a:xfrm>
            <a:off x="434340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29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3749040" y="16459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84048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Briefs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0" y="2148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 briefs with SERP analysis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914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3" name="Text 20"/>
          <p:cNvSpPr/>
          <p:nvPr/>
        </p:nvSpPr>
        <p:spPr>
          <a:xfrm>
            <a:off x="608076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7665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5486400" y="16459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57784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2148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9-pass optimization for each article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818120" y="914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9" name="Text 26"/>
          <p:cNvSpPr/>
          <p:nvPr/>
        </p:nvSpPr>
        <p:spPr>
          <a:xfrm>
            <a:off x="781812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7223760" y="16459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31520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Export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15200" y="2148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 &amp; WordPress-ready export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strategy to published content in one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multiple SEO projects from one dashboard</a:t>
            </a:r>
            <a:endParaRPr lang="en-US" sz="1200" dirty="0"/>
          </a:p>
        </p:txBody>
      </p:sp>
      <p:pic>
        <p:nvPicPr>
          <p:cNvPr id="5" name="Image 1" descr="D:/www/cost-of-retreival-reducer/public/help-screenshots/project-management/dashboard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PILLARS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your content strategy foundation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Entity (CE) - Your main topic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Context (SC) - Your expertise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Search Intent (CSI) - User goals</a:t>
            </a:r>
            <a:endParaRPr lang="en-US" sz="1100" dirty="0"/>
          </a:p>
        </p:txBody>
      </p:sp>
      <p:pic>
        <p:nvPicPr>
          <p:cNvPr id="8" name="Image 1" descr="D:\www\cost-of-retreival-reducer\docs\help-screenshots\g06-pi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4846320" cy="46634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TRIPLES (E-A-V)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to topical authority - Entity-Attribute-Value framework</a:t>
            </a:r>
            <a:endParaRPr lang="en-US" sz="1200" dirty="0"/>
          </a:p>
        </p:txBody>
      </p:sp>
      <p:pic>
        <p:nvPicPr>
          <p:cNvPr id="5" name="Image 1" descr="D:\www\cost-of-retreival-reducer\docs\help-screenshots\modal-eav-mana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TOPICAL MAP DASHBOARD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89+ topics with briefs, drafts, and metrics at a glance</a:t>
            </a:r>
            <a:endParaRPr lang="en-US" sz="1200" dirty="0"/>
          </a:p>
        </p:txBody>
      </p:sp>
      <p:pic>
        <p:nvPicPr>
          <p:cNvPr id="5" name="Image 1" descr="D:\www\cost-of-retreival-reducer\docs\help-screenshots\c01-map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TOPIC GRAPH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content network and topic relationships</a:t>
            </a:r>
            <a:endParaRPr lang="en-US" sz="1200" dirty="0"/>
          </a:p>
        </p:txBody>
      </p:sp>
      <p:pic>
        <p:nvPicPr>
          <p:cNvPr id="5" name="Image 1" descr="D:\www\cost-of-retreival-reducer\docs\help-screenshots\c07-tab-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82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ANALYSIS TOOLS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Internal Link Audit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932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Health Check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225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Network Audit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E-A-T Scanner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Corpus Audit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Metrics Dashboard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Entity Authority Analysis</a:t>
            </a:r>
            <a:endParaRPr lang="en-US" sz="1100" dirty="0"/>
          </a:p>
        </p:txBody>
      </p:sp>
      <p:pic>
        <p:nvPicPr>
          <p:cNvPr id="11" name="Image 1" descr="D:\www\cost-of-retreival-reducer\docs\help-screenshots\c05-tab-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4846320" cy="46634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9-PASS CONTENT GENERATION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article goes through 9 specialized optimization passes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09728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content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0058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09728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hierarchy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0058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09728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Centerpiece annotation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snippet ready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66160" y="23774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5661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&amp; bridges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2" name="Text 29"/>
          <p:cNvSpPr/>
          <p:nvPr/>
        </p:nvSpPr>
        <p:spPr>
          <a:xfrm>
            <a:off x="630936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580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 optimization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1520" y="35661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3716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296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474720" y="35661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66160" y="3657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2" name="Text 39"/>
          <p:cNvSpPr/>
          <p:nvPr/>
        </p:nvSpPr>
        <p:spPr>
          <a:xfrm>
            <a:off x="356616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41148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56616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10-rule quality check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17920" y="35661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7" name="Text 44"/>
          <p:cNvSpPr/>
          <p:nvPr/>
        </p:nvSpPr>
        <p:spPr>
          <a:xfrm>
            <a:off x="630936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8580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30936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generation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Publication-ready content with no AI artifacts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82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AI SUPPORT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preferred AI provider: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Google Gemini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OpenAI GPT-4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Anthropic Claude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Perplexity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OpenRouter (100+ models)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own API keys - no markup!</a:t>
            </a:r>
            <a:endParaRPr lang="en-US" sz="1100" dirty="0"/>
          </a:p>
        </p:txBody>
      </p:sp>
      <p:pic>
        <p:nvPicPr>
          <p:cNvPr id="11" name="Image 1" descr="D:/www/cost-of-retreival-reducer/screenshots/settings-ai-prov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4846320" cy="38404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AI usage, costs, and system health in real-time</a:t>
            </a:r>
            <a:endParaRPr lang="en-US" sz="1200" dirty="0"/>
          </a:p>
        </p:txBody>
      </p:sp>
      <p:pic>
        <p:nvPicPr>
          <p:cNvPr id="5" name="Image 1" descr="D:\www\cost-of-retreival-reducer\docs\help-screenshots\j01-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14400" y="91440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0515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Entity-Focused, Not Keyword-Focused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topical authority with semantic relationships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057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9-Pass Quality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AI hallucinations and generic content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063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Snippet Optimization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383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targeting with answer lengths and predicates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393192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0690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SEO Methodology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7280" y="4389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proven framework by Koray Tugberk GUBUR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FOR?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058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667EEA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Agencies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content production across multiple clients with consistent quality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0058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764BA2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Teams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topical authority systematically with data-driven strategy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00584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F97316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Writers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AI assistance that actually understands SEO best practices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anyone who wants to dominate search results with quality content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type-safe frontend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Backend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Edge Functions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isolation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6517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progress tracking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26517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API Keys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661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credential storage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26517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Resumable Jobs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93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lost work on interruptions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ANALYSIS &amp; MIGRATION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existing pages against Holistic SEO framework</a:t>
            </a:r>
            <a:endParaRPr lang="en-US" sz="1200" dirty="0"/>
          </a:p>
        </p:txBody>
      </p:sp>
      <p:pic>
        <p:nvPicPr>
          <p:cNvPr id="5" name="Image 1" descr="D:\www\cost-of-retreival-reducer\docs\help-screenshots\i01-site-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8229600" cy="411480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TRANSPARENT PRICING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 Project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 Topics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Briefs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Manual Generation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667EEA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74904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Projects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4904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Topics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4904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9-Pass System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74904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Priority Support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9144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58368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Collaboration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Integrations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White-Label Options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836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Support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own AI API keys - pay only for what you use!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ww\cost-of-retreival-reducer\tmp\presentation\slides\gradien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DOMINATE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RESULTS?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your topical authority today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29184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0" y="3401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FREE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holistic-seo-workbench.com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Holistic SEO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Holistic SEO Workbench - Marketing Presentation</dc:title>
  <dc:subject>PptxGenJS Presentation</dc:subject>
  <dc:creator>Holistic SEO Workbench</dc:creator>
  <cp:lastModifiedBy>Holistic SEO Workbench</cp:lastModifiedBy>
  <cp:revision>1</cp:revision>
  <dcterms:created xsi:type="dcterms:W3CDTF">2026-01-15T17:32:39Z</dcterms:created>
  <dcterms:modified xsi:type="dcterms:W3CDTF">2026-01-15T17:32:39Z</dcterms:modified>
</cp:coreProperties>
</file>